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42" d="100"/>
          <a:sy n="42" d="100"/>
        </p:scale>
        <p:origin x="10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0308-AFFD-82E8-CC6E-A9E7EF1A5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C604B-CC29-D0EE-64AE-A1F5EB731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F0A2-7E02-0B94-B3DE-D2EEB2C1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DBA5F-C600-E9B5-4BBB-5CD2FF8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0B66F-76B1-923A-9D66-9E24CE89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7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EB0B-B6E5-6A3E-729A-8A4DC4AE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5E526-0BDC-68BA-5892-A87F88878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C279-409B-E117-ECA1-824DBC86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13919-E338-035B-8345-4B813A4E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85026-FDFC-53D2-007C-BD43E401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6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43F0-02E1-CFC3-A545-962596E8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A55A0-940D-5B33-6D41-D9F7EA165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501A2-A9AD-502C-57C6-13488E49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3E140-D9FE-1A72-863E-D6E5D4DE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DB2BB-8B48-E325-99D4-21CD8D26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2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F3D8-95F9-AD81-3E13-138037F6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B980C-8FA8-1E81-6ECC-1055EF09D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17147-4417-E192-1B82-EC3C22AE8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64D7D-FF2D-6F57-DC3C-14D245B1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B825F-8DE3-4A94-0890-918ADB41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E18CD-B249-6894-7524-5F09B196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2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7ED5-C956-D384-CDFB-AF61BD23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1C84C-920E-4928-42C8-99D189E29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529BE-2F46-87DC-627C-48A1E07F9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AE682-207A-20CF-0575-9BFEDC007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06DEF-249C-5D48-5D60-C3E95EE16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D9B20-518B-4CF9-960F-99142122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CF538-5E2C-3C2F-58BB-2E0D640D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08AE5-B881-594A-7348-079E6B6C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8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89E0-C47E-665A-B6FB-9196D96E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6CE86-B185-5ABC-BB7B-0BDEF82A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0EFA0-34AD-6523-FD79-B6DC41C5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9A41B-6E35-ED92-2B9C-88EBD5C7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2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DA045-0485-BED7-DE00-D1E2099A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FC1B0-ED8D-DAE2-F81E-0A3988C4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50057-C7AD-894A-068D-503B790D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6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A322-78C7-3348-5F8B-E3820BFE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61FD5-28D7-8D92-02F0-8D7570087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85630-8B5E-7654-205A-8EE581EE9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F69B0-ED91-C293-F754-0BC3668A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072CA-F631-9E09-2C7C-137E3262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1D557-C7F9-3443-D134-D5AF9E91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D988-8D1B-C520-3FB3-755E268C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1FDB0-8D6A-79CF-0B4C-D37010BCF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A2B3E-7292-8FAA-4909-E8740FF37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52EF2-EA7E-D46D-EB2B-EB5D1215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86E88-C1DF-A781-2314-EB7F859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3E658-52AF-6C20-1A02-6D178FAD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44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DD43-A635-3ABC-D14E-A37BA616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506D2-9143-1D2E-2EFC-923FF0ED1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6C853-DB75-1C49-E6D5-0EF5AA3D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09E1-D4B7-5941-596D-50F9B515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A98EC-28CD-D50E-855D-C452BFBE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7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34578-9DF1-E04D-1216-9224F7812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F11B0-5E2B-083A-3123-84A6A2224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99291-14B6-F351-E2BA-0966D15F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D17F0-2BD6-5A98-DAFB-D89629F6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62012-E571-E92E-8F57-5613F01B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1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EFD01-6587-EFD0-1FEC-BBDD50A6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E69CD-1141-3F3F-B673-4D4FB4212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73333-D0F5-FCDC-97AF-634856644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8DBC2-CFAB-4F78-94C0-F28396EB973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D7C92-0FFF-ABCB-DEFE-6B344CD6C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8994A-3D24-227B-6485-35C1787F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D5B49-9DFE-420D-BD9E-D5AE73877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2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CE5C-3F25-321D-3291-5B72C6301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btvn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1487E-EC23-FF51-F695-BCF35504B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7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btvn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Tien Khoi</dc:creator>
  <cp:lastModifiedBy>Nguyen Tien Khoi</cp:lastModifiedBy>
  <cp:revision>1</cp:revision>
  <dcterms:created xsi:type="dcterms:W3CDTF">2025-10-19T07:33:56Z</dcterms:created>
  <dcterms:modified xsi:type="dcterms:W3CDTF">2025-10-19T07:34:07Z</dcterms:modified>
</cp:coreProperties>
</file>